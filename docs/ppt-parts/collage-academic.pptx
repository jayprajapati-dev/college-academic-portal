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2" r:id="rId2"/>
    <p:sldId id="271" r:id="rId3"/>
    <p:sldId id="270" r:id="rId4"/>
    <p:sldId id="269" r:id="rId5"/>
    <p:sldId id="268" r:id="rId6"/>
    <p:sldId id="267" r:id="rId7"/>
    <p:sldId id="266" r:id="rId8"/>
    <p:sldId id="273" r:id="rId9"/>
    <p:sldId id="264" r:id="rId10"/>
    <p:sldId id="263" r:id="rId11"/>
    <p:sldId id="262" r:id="rId12"/>
    <p:sldId id="261" r:id="rId13"/>
    <p:sldId id="260" r:id="rId14"/>
    <p:sldId id="259" r:id="rId15"/>
    <p:sldId id="258" r:id="rId16"/>
    <p:sldId id="257" r:id="rId17"/>
    <p:sldId id="256" r:id="rId18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95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61BD3-D4DB-4CCF-A525-FABFB25FE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8B7C3-AD92-4A2F-B141-8E4254A7E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8B7C3-AD92-4A2F-B141-8E4254A7E38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73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8B7C3-AD92-4A2F-B141-8E4254A7E38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0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545" y="831821"/>
            <a:ext cx="9688308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90727" cy="7562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blue and white text on a dark background&#10;&#10;AI-generated content may be incorrect.">
            <a:extLst>
              <a:ext uri="{FF2B5EF4-FFF2-40B4-BE49-F238E27FC236}">
                <a16:creationId xmlns:a16="http://schemas.microsoft.com/office/drawing/2014/main" id="{26277DA4-4BEE-5151-A9DA-C14388770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50" b="-1"/>
          <a:stretch>
            <a:fillRect/>
          </a:stretch>
        </p:blipFill>
        <p:spPr>
          <a:xfrm>
            <a:off x="20" y="1413"/>
            <a:ext cx="10693380" cy="75614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E2C366-D15A-9D92-B9DE-07EC827CC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r="9302" b="-1"/>
          <a:stretch>
            <a:fillRect/>
          </a:stretch>
        </p:blipFill>
        <p:spPr>
          <a:xfrm>
            <a:off x="-2673" y="-1"/>
            <a:ext cx="10690726" cy="678805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B5623E-29DA-1F5E-B1E2-40C57428A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16"/>
            <a:ext cx="10693400" cy="67521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2B27C3-79B4-644C-84AF-51932F7FF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" r="8205" b="-1"/>
          <a:stretch>
            <a:fillRect/>
          </a:stretch>
        </p:blipFill>
        <p:spPr>
          <a:xfrm>
            <a:off x="146280" y="-1"/>
            <a:ext cx="10541772" cy="678805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Picture 22" descr="A diagram of a computer network">
            <a:extLst>
              <a:ext uri="{FF2B5EF4-FFF2-40B4-BE49-F238E27FC236}">
                <a16:creationId xmlns:a16="http://schemas.microsoft.com/office/drawing/2014/main" id="{EB7CB4E2-9EEC-D0BB-73B0-36157FBF3E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80" y="2147578"/>
            <a:ext cx="10541771" cy="4662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79" y="9153"/>
            <a:ext cx="10694379" cy="7553697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74488" cy="756285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19189-51F1-2EA3-EFF5-2EE191DAF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61" b="-1"/>
          <a:stretch>
            <a:fillRect/>
          </a:stretch>
        </p:blipFill>
        <p:spPr>
          <a:xfrm>
            <a:off x="20" y="10"/>
            <a:ext cx="10693380" cy="7571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6859084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0" name="Picture 5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18E721-A5E2-2892-D624-EEB8B0E14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" y="0"/>
            <a:ext cx="10693400" cy="6015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41D5ADE-C323-D18B-BCCA-211553DB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r="8631" b="-1"/>
          <a:stretch>
            <a:fillRect/>
          </a:stretch>
        </p:blipFill>
        <p:spPr>
          <a:xfrm>
            <a:off x="-2673" y="-1"/>
            <a:ext cx="10690726" cy="678805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BBE3B64-772C-270F-1BC7-AEA53D911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2" y="35916"/>
            <a:ext cx="10693400" cy="67521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rgbClr val="444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379" y="529399"/>
            <a:ext cx="9856641" cy="6504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F84444-BB3E-4393-B5A4-D9D03C6F0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79" y="529398"/>
            <a:ext cx="9921760" cy="6504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">
            <a:extLst>
              <a:ext uri="{FF2B5EF4-FFF2-40B4-BE49-F238E27FC236}">
                <a16:creationId xmlns:a16="http://schemas.microsoft.com/office/drawing/2014/main" id="{2E964BBB-EB97-BA69-D4AB-DE204E83D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99" y="0"/>
            <a:ext cx="10707125" cy="6600825"/>
          </a:xfrm>
          <a:prstGeom prst="rect">
            <a:avLst/>
          </a:prstGeom>
        </p:spPr>
      </p:pic>
      <p:pic>
        <p:nvPicPr>
          <p:cNvPr id="5" name="Picture 4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D608A1E3-1E26-31C9-9BE2-AD723968D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77" y="2184735"/>
            <a:ext cx="9825772" cy="38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0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">
            <a:extLst>
              <a:ext uri="{FF2B5EF4-FFF2-40B4-BE49-F238E27FC236}">
                <a16:creationId xmlns:a16="http://schemas.microsoft.com/office/drawing/2014/main" id="{261A2373-11EC-9271-D333-D3B6E389A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71"/>
            <a:ext cx="10693400" cy="6420854"/>
          </a:xfrm>
          <a:prstGeom prst="rect">
            <a:avLst/>
          </a:prstGeom>
        </p:spPr>
      </p:pic>
      <p:pic>
        <p:nvPicPr>
          <p:cNvPr id="22" name="Picture 21" descr="A diagram of a computer&#10;&#10;AI-generated content may be incorrect.">
            <a:extLst>
              <a:ext uri="{FF2B5EF4-FFF2-40B4-BE49-F238E27FC236}">
                <a16:creationId xmlns:a16="http://schemas.microsoft.com/office/drawing/2014/main" id="{702FE958-FA3D-68D7-D56B-AC2B43907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638426"/>
            <a:ext cx="9601200" cy="2866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6F926-8EF2-94FD-AFA7-25115B365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9"/>
            <a:ext cx="10693400" cy="6440906"/>
          </a:xfrm>
          <a:prstGeom prst="rect">
            <a:avLst/>
          </a:prstGeom>
        </p:spPr>
      </p:pic>
      <p:pic>
        <p:nvPicPr>
          <p:cNvPr id="22" name="Picture 2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FD171963-7C92-9EDD-69E1-A5759E81A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2714625"/>
            <a:ext cx="9867900" cy="3042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">
            <a:extLst>
              <a:ext uri="{FF2B5EF4-FFF2-40B4-BE49-F238E27FC236}">
                <a16:creationId xmlns:a16="http://schemas.microsoft.com/office/drawing/2014/main" id="{7CEDA2D1-6B4F-4E29-8798-919FD865E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6448425"/>
          </a:xfrm>
          <a:prstGeom prst="rect">
            <a:avLst/>
          </a:prstGeom>
        </p:spPr>
      </p:pic>
      <p:pic>
        <p:nvPicPr>
          <p:cNvPr id="20" name="Picture 19" descr="A diagram of a teacher's task&#10;&#10;AI-generated content may be incorrect.">
            <a:extLst>
              <a:ext uri="{FF2B5EF4-FFF2-40B4-BE49-F238E27FC236}">
                <a16:creationId xmlns:a16="http://schemas.microsoft.com/office/drawing/2014/main" id="{5CFC0537-7CFA-8C09-6BBE-0A2F55D61A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714625"/>
            <a:ext cx="9601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screenshot of a computer">
            <a:extLst>
              <a:ext uri="{FF2B5EF4-FFF2-40B4-BE49-F238E27FC236}">
                <a16:creationId xmlns:a16="http://schemas.microsoft.com/office/drawing/2014/main" id="{4EA02717-A8D6-4155-CDC0-C8A3931A7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67" b="1"/>
          <a:stretch>
            <a:fillRect/>
          </a:stretch>
        </p:blipFill>
        <p:spPr>
          <a:xfrm>
            <a:off x="20" y="1"/>
            <a:ext cx="10693379" cy="756285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407" y="7430205"/>
            <a:ext cx="10706731" cy="136042"/>
            <a:chOff x="-5025" y="6737718"/>
            <a:chExt cx="12207200" cy="12336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29920" y="-279741"/>
            <a:ext cx="1602990" cy="1518512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82043" y="465533"/>
            <a:ext cx="566041" cy="71169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808970" y="722473"/>
            <a:ext cx="602970" cy="7581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206555" y="0"/>
            <a:ext cx="2486845" cy="163303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95918" y="6744038"/>
            <a:ext cx="1310812" cy="818812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program&#10;&#10;AI-generated content may be incorrect.">
            <a:extLst>
              <a:ext uri="{FF2B5EF4-FFF2-40B4-BE49-F238E27FC236}">
                <a16:creationId xmlns:a16="http://schemas.microsoft.com/office/drawing/2014/main" id="{1A77A2F1-BBF1-5CF5-BCB5-F8F8FF7A6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0693400" cy="6694137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69411" y="7116382"/>
            <a:ext cx="714738" cy="446468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399" cy="75621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7106" y="2319364"/>
            <a:ext cx="6462316" cy="182358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94" y="514273"/>
            <a:ext cx="9745912" cy="65260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6B0EBC-25A9-A963-EA77-EFAC49265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5" b="1"/>
          <a:stretch>
            <a:fillRect/>
          </a:stretch>
        </p:blipFill>
        <p:spPr>
          <a:xfrm>
            <a:off x="311231" y="777198"/>
            <a:ext cx="9745912" cy="6271939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CD2994-D5D8-6392-532D-7A8AADBB8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45" y="777197"/>
            <a:ext cx="9884770" cy="62631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rgbClr val="374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379" y="529399"/>
            <a:ext cx="9856641" cy="6504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screenshot of a computer">
            <a:extLst>
              <a:ext uri="{FF2B5EF4-FFF2-40B4-BE49-F238E27FC236}">
                <a16:creationId xmlns:a16="http://schemas.microsoft.com/office/drawing/2014/main" id="{B2EF93CD-27BC-5C32-7AF3-1F50692A4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79" y="529398"/>
            <a:ext cx="9856641" cy="65040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564939" y="-1564466"/>
            <a:ext cx="7562850" cy="1069272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026" y="0"/>
            <a:ext cx="7955886" cy="756237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48570" y="-483099"/>
            <a:ext cx="5397616" cy="1069475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100F6D-D341-4792-04CB-F77A83F2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" b="-1"/>
          <a:stretch>
            <a:fillRect/>
          </a:stretch>
        </p:blipFill>
        <p:spPr>
          <a:xfrm>
            <a:off x="317500" y="428625"/>
            <a:ext cx="10098255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22EE27-35EB-7EC7-EC68-5D67B8F68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74" y="22907"/>
            <a:ext cx="10693400" cy="6899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2</Words>
  <Application>Microsoft Office PowerPoint</Application>
  <PresentationFormat>Custom</PresentationFormat>
  <Paragraphs>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Star Uddan</cp:lastModifiedBy>
  <cp:revision>3</cp:revision>
  <dcterms:created xsi:type="dcterms:W3CDTF">2026-02-17T14:52:43Z</dcterms:created>
  <dcterms:modified xsi:type="dcterms:W3CDTF">2026-02-17T16:04:36Z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LastSaved">
    <vt:filetime>2026-02-17T00:00:00Z</vt:filetime>
  </property>
</Properties>
</file>